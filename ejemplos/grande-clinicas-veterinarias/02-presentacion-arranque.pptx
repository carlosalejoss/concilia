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Elena Sanchís (gerente) abre la reunión. Insiste en que el problema principal es la urgencia nocturna: el mes pasado hubo dos casos en los que no se sabía que el paciente era alérgico a un antiinflamatorio.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gerencia quiere que en un año el 40 % de las citas se pidan por la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Dr. Óscar Benedí (director veterinario) pide que los veterinarios puedan usarla en tableta en el quirófano y en hospitalización.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chat lo propuso recepción para reducir llamadas. Gerencia tiene dudas por la carga de trabajo: queda pendiente de decidir si entra en la primera versión.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detalles de cada plan los enviará la gerente por correo.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LabVet enviará un borrador de su API. Contabilidad (Rafael Monzón) pide un fichero mensual compatible con su programa.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Dr. Benedí pide adelantar la hospitalización a la fase 1 porque es lo que más errores provoca hoy. Queda pendiente.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propone formar primero a una persona por clínica que haga de referente.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Plataforma Huellas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Reunión de arranque · Grupo Veterinario Huellas y Estudio Norte Software · 28 de agosto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 qué cambiamos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Cuatro clínicas con cuatro programas que no se hablan</a:t>
            </a:r>
          </a:p>
          <a:p>
            <a:pPr>
              <a:defRPr sz="1800"/>
            </a:pPr>
            <a:r>
              <a:t>Urgencias nocturnas sin acceso a la historia del paciente</a:t>
            </a:r>
          </a:p>
          <a:p>
            <a:pPr>
              <a:defRPr sz="1800"/>
            </a:pPr>
            <a:r>
              <a:t>Resultados de laboratorio que se pierden en el correo</a:t>
            </a:r>
          </a:p>
          <a:p>
            <a:pPr>
              <a:defRPr sz="1800"/>
            </a:pPr>
            <a:r>
              <a:t>Stock y traspasos en papel</a:t>
            </a:r>
          </a:p>
          <a:p>
            <a:pPr>
              <a:defRPr sz="1800"/>
            </a:pPr>
            <a:r>
              <a:t>Facturación mensual montada a mano en hojas de cálculo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Una historia clínica única para todo el grupo</a:t>
            </a:r>
          </a:p>
          <a:p>
            <a:pPr>
              <a:defRPr sz="1800"/>
            </a:pPr>
            <a:r>
              <a:t>Cita en línea y app para los clientes</a:t>
            </a:r>
          </a:p>
          <a:p>
            <a:pPr>
              <a:defRPr sz="1800"/>
            </a:pPr>
            <a:r>
              <a:t>Stock unificado con traspasos entre clínicas</a:t>
            </a:r>
          </a:p>
          <a:p>
            <a:pPr>
              <a:defRPr sz="1800"/>
            </a:pPr>
            <a:r>
              <a:t>Planes de salud y aseguradoras gestionados en la plataforma</a:t>
            </a:r>
          </a:p>
          <a:p>
            <a:pPr>
              <a:defRPr sz="1800"/>
            </a:pPr>
            <a:r>
              <a:t>Cuadro de mando para gerencia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Quién la usará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22 veterinarios y 14 ATV</a:t>
            </a:r>
          </a:p>
          <a:p>
            <a:pPr>
              <a:defRPr sz="1800"/>
            </a:pPr>
            <a:r>
              <a:t>9 recepcionistas y 4 responsables de clínica</a:t>
            </a:r>
          </a:p>
          <a:p>
            <a:pPr>
              <a:defRPr sz="1800"/>
            </a:pPr>
            <a:r>
              <a:t>Gerencia y contabilidad</a:t>
            </a:r>
          </a:p>
          <a:p>
            <a:pPr>
              <a:defRPr sz="1800"/>
            </a:pPr>
            <a:r>
              <a:t>Unos 16.000 clientes con la 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app del cliente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Sus mascotas, vacunas y citas</a:t>
            </a:r>
          </a:p>
          <a:p>
            <a:pPr>
              <a:defRPr sz="1800"/>
            </a:pPr>
            <a:r>
              <a:t>Pedir y cambiar citas</a:t>
            </a:r>
          </a:p>
          <a:p>
            <a:pPr>
              <a:defRPr sz="1800"/>
            </a:pPr>
            <a:r>
              <a:t>Pagar facturas y cuotas de los planes</a:t>
            </a:r>
          </a:p>
          <a:p>
            <a:pPr>
              <a:defRPr sz="1800"/>
            </a:pPr>
            <a:r>
              <a:t>Chat con la clínica para consultas rápidas</a:t>
            </a:r>
          </a:p>
          <a:p>
            <a:pPr>
              <a:defRPr sz="1800"/>
            </a:pPr>
            <a:r>
              <a:t>Informe diario de su mascota hospitalizada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Planes de salud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Cachorro, Adulto y Senior</a:t>
            </a:r>
          </a:p>
          <a:p>
            <a:pPr>
              <a:defRPr sz="1800"/>
            </a:pPr>
            <a:r>
              <a:t>Cuota mensual domiciliada</a:t>
            </a:r>
          </a:p>
          <a:p>
            <a:pPr>
              <a:defRPr sz="1800"/>
            </a:pPr>
            <a:r>
              <a:t>Servicios preventivos incluidos y descuentos</a:t>
            </a:r>
          </a:p>
          <a:p>
            <a:pPr>
              <a:defRPr sz="1800"/>
            </a:pPr>
            <a:r>
              <a:t>Objetivo: 3.000 planes activos en 2027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Laboratorio LabVet Análisis: solicitudes y resultados</a:t>
            </a:r>
          </a:p>
          <a:p>
            <a:pPr>
              <a:defRPr sz="1800"/>
            </a:pPr>
            <a:r>
              <a:t>Datáfonos y pago en línea</a:t>
            </a:r>
          </a:p>
          <a:p>
            <a:pPr>
              <a:defRPr sz="1800"/>
            </a:pPr>
            <a:r>
              <a:t>Contabilidad</a:t>
            </a:r>
          </a:p>
          <a:p>
            <a:pPr>
              <a:defRPr sz="1800"/>
            </a:pPr>
            <a:r>
              <a:t>Plataforma oficial de prescripción de antibióticos</a:t>
            </a:r>
          </a:p>
          <a:p>
            <a:pPr>
              <a:defRPr sz="1800"/>
            </a:pPr>
            <a:r>
              <a:t>SMS y correo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Fases propuestas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Fase 1 (6 meses): clientes, pacientes, agenda, historia clínica, vacunas, facturación básica y migración</a:t>
            </a:r>
          </a:p>
          <a:p>
            <a:pPr>
              <a:defRPr sz="1800"/>
            </a:pPr>
            <a:r>
              <a:t>Fase 2 (3 meses): hospitalización, stock, planes de salud y aseguradoras</a:t>
            </a:r>
          </a:p>
          <a:p>
            <a:pPr>
              <a:defRPr sz="1800"/>
            </a:pPr>
            <a:r>
              <a:t>Fase 3 (3 meses): app del cliente, laboratorio e informes avanzados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Riesgos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Migración de diez años de historias clínicas con duplicados</a:t>
            </a:r>
          </a:p>
          <a:p>
            <a:pPr>
              <a:defRPr sz="1800"/>
            </a:pPr>
            <a:r>
              <a:t>Resistencia al cambio en recepción</a:t>
            </a:r>
          </a:p>
          <a:p>
            <a:pPr>
              <a:defRPr sz="1800"/>
            </a:pPr>
            <a:r>
              <a:t>Dependencia del borrador de API del laboratorio</a:t>
            </a:r>
          </a:p>
          <a:p>
            <a:pPr>
              <a:defRPr sz="1800"/>
            </a:pPr>
            <a:r>
              <a:t>Disponibilidad 24 horas para el hospital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Reunión con el equipo veterinario (4 de septiembre)</a:t>
            </a:r>
          </a:p>
          <a:p>
            <a:pPr>
              <a:defRPr sz="1800"/>
            </a:pPr>
            <a:r>
              <a:t>Reunión con recepción (9 de septiembre)</a:t>
            </a:r>
          </a:p>
          <a:p>
            <a:pPr>
              <a:defRPr sz="1800"/>
            </a:pPr>
            <a:r>
              <a:t>Especificación funcional preliminar (finales de septiembre)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